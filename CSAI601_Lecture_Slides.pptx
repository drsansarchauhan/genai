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with Claude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· Prompt Engineering · Application Development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3 Credits  |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36 Hours  | 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B.Tech CS/IT — 3rd Year Elective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Professor, Department of Computer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architecture &amp; Claude internals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strategies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apps with Claude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&amp; ethics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multi-modal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Python programming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ML concepts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fundamentals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knowledge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Assignments (20 marks)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 Quizzes (10 marks)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exam (30 marks)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End-semester exam (40 marks)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(bonus 10)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Outcomes (COs)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474720"/>
        </p:xfrm>
        <a:graphic>
          <a:graphicData uri="http://schemas.openxmlformats.org/drawingml/2006/table">
            <a:tbl>
              <a:tblPr/>
              <a:tblGrid>
                <a:gridCol w="640080"/>
                <a:gridCol w="6583680"/>
                <a:gridCol w="118872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Statement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Bloom's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 the evolution of NLP, transformer architecture, and Constitutional AI principles.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L1/L2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systematic prompt engineering strategies to design effective LLM interactions.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functional applications using the Claude API, chatbots, tool-use agents, RAG.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L3/L4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AI systems for bias, hallucinations, safety risks, and ethical implications.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L4/L5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implement end-to-end intelligent solutions with advanced Claude features.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L5/L6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1: Foundations of Large Language Models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Lecture Hours  ·  Maps to CO1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L01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AI &amp; NLP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Rules to Neural Networks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22960" cy="3200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00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— rule-based chatbot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822960" cy="3200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313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NLP (HMMs, n-grams)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026664"/>
            <a:ext cx="822960" cy="3200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266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3026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— dense word embeddings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739896"/>
            <a:ext cx="822960" cy="3200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398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739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(Bahdanau et al.)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822960" cy="3200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6002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All You Need" — Transformers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2313432"/>
            <a:ext cx="822960" cy="3200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2313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3134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&amp; GPT-1 — pre-trained language models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63440" y="3026664"/>
            <a:ext cx="822960" cy="3200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30266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0266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— 175B parameter few-shot learner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3739896"/>
            <a:ext cx="822960" cy="3200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373989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739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ChatGPT — instruction-tuned assistants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L02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Sub-layer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Formula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= linear projections of input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 softmax(QKᵀ/√dk)·V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by √dk prevents vanishing gradients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Multi-head: run h attention heads in parallel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heads → linear projection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L04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&amp; How Claude is Trained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Supervised fine-tuning on demonstrations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Train reward model on human preferences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Optimise policy with PPO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Iterate with human labellers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expensive, human inconsistency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(CAI)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set of written principles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critiques its own harmful outputs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replaces costly human labels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RLAIF: Reinforcement Learning from AI Feedback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scalable, more consistent alignment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2: Prompt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Lecture Hours  ·  Maps to CO2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L08-L14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Techniques —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/ Few-Shot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instruction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3–5 examples in prompt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quality &gt; quantity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formatting matters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et al. (GPT-3, 2020)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think step by step"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CoT triggers reasoning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Self-consistency: majority vote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Program-of-Thought (code)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et al. (2022)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Reasoning + Acting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Thoughts (ToT)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 / reflection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prompting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Meta-prompting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L11-L12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&amp; Structured Output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Best Practices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 &amp; persona clearly: "You are a senior Python code reviewer..."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output format upfront: JSON, Markdown, XML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constraints: length, tone, language, prohibited topics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context and examples in the system prompt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XML tags to delimit sections in long prompts: &lt;context&gt;, &lt;instructions&gt;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Structured JSON Output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Say: "Return ONLY valid JSON with keys: title (str), sentiment (pos/neg/neutral), score (0-1)"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3: Building Applications with Claude API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Lecture Hours  ·  Maps to CO3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L16-L17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Key Concepts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Parameters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claude-3-5-sonnet-20241022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max_tokens: max output length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0 (det.) to 1 (creative)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developer instructions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 conversation history array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True for streaming output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 Quick 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anthropic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= anthropic.Anthropic()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var: ANTHROPIC_API_KEY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client.messages.create(model, max_tokens, messages)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response.content[0].text = output 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response.usage = {input_tokens, output_tokens}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 — L20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46304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37360" y="1737360"/>
            <a:ext cx="25603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documents, chunk into ~500 token pieces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46304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93392" y="1572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56432" y="1737360"/>
            <a:ext cx="25603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chunks to vectors using embedding model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12464" y="1188720"/>
            <a:ext cx="146304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12464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12464" y="1572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75504" y="1737360"/>
            <a:ext cx="25603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21024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vectors in ChromaDB / FAISS / Pinecone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31536" y="1188720"/>
            <a:ext cx="146304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31536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31536" y="1572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94576" y="1737360"/>
            <a:ext cx="256032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0096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 → embed → cosine similarity search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50608" y="1188720"/>
            <a:ext cx="1463040" cy="10972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50608" y="11887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50608" y="1572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59168" y="24688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top-k chunks + query to Claude for answer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RAG? → Reduces hallucinations · Keeps knowledge current · Source-attributable answers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4: Responsible AI, Safety &amp; Ethics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Lecture Hours  ·  Maps to CO4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L25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— Causes &amp; Mitigation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Hallucinate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objective: predict next token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truth/falsity signal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Over-confidence from RLHF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 queries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training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ground answers in retrieved docs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Chain-of-Verification (CoVe)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checking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 enforcement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high-stakes tasks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+ validation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L26-L28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Frameworks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HHH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Helpful: assist users effectively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Harmless: avoid causing harm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truthful, calibrated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Constitutional AI principles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 training for alignment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Unacceptable risk: banned uses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risk: healthcare, hiring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risk: transparency req.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risk: most AI apps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2024–2026 rollout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533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377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Govern: culture &amp; policies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context &amp; risk categories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quantify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Manage: mitigate &amp; monitor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Iterative, not one-time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5: Advanced Topics &amp; Capstone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Lecture Hours  ·  Maps to CO3, CO5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— L30-L31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— Agent Architecture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 Components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Perceive: receive user goal + context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decompose into sub-tasks (Claude)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call tools (web, DB, code)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read tool results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Reflect: evaluate progress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Respond: return final answer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Types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490472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In-context: recent conversation turns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(vector DB): long-term knowledge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Episodic: past interaction summaries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Procedural: in-system-prompt knowledge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scratchpad in extended thinking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— L32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8412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protocol by Anthropic for connecting Claude to external tools &amp; data sources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Host (e.g., Claude Desktop / IDE) ↔ MCP Client ↔ MCP Server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exposes: Tools (actions), Resources (read-only data), Prompts (templates)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File system server, PostgreSQL server, GitHub server, Slack server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builds MCP servers using Python or TypeScript SDK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 rich ecosystem: Claude connects to ANY tool through standardised protocol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5 — L36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0"/>
          </a:xfrm>
          <a:prstGeom prst="line">
            <a:avLst/>
          </a:prstGeom>
          <a:noFill/>
          <a:ln w="12700">
            <a:solidFill>
              <a:srgbClr val="DEE2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 a Real AI Application Powered by Claude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4114800" cy="640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 Education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doubt solver for CS students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4114800" cy="640080"/>
          </a:xfrm>
          <a:prstGeom prst="rect">
            <a:avLst/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737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 Healthcare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52160" y="1737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literature summariser with citations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114800" cy="640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560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 Legal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clause extractor &amp; risk analyser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114800" cy="640080"/>
          </a:xfrm>
          <a:prstGeom prst="rect">
            <a:avLst/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560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 Productivity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5216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assistant with action items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114800" cy="640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♿ Accessibility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33832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description tool for visually impaired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4114800" cy="640080"/>
          </a:xfrm>
          <a:prstGeom prst="rect">
            <a:avLst/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33832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 Dev Tools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852160" y="33832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code review &amp; test generator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docs.anthropic.com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Questions?  </a:t>
            </a:r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claude.ai/chat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CSAI601  ·  Generative AI with Claude  ·  B.Tech CS/IT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CSAI601 – Generative AI with Claude</dc:title>
  <dc:subject>PptxGenJS Presentation</dc:subject>
  <dc:creator>PptxGenJS</dc:creator>
  <cp:lastModifiedBy>PptxGenJS</cp:lastModifiedBy>
  <cp:revision>1</cp:revision>
  <dcterms:created xsi:type="dcterms:W3CDTF">2026-05-28T04:47:07Z</dcterms:created>
  <dcterms:modified xsi:type="dcterms:W3CDTF">2026-05-28T04:47:07Z</dcterms:modified>
</cp:coreProperties>
</file>